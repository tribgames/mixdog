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4C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11091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1D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미학 상위는 편집이 안 되고, 편집 가능한 쪽은 미학이 낮다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1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 × 편집성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206240" y="2999232"/>
            <a:ext cx="3657600" cy="1349654"/>
          </a:xfrm>
          <a:prstGeom prst="rect">
            <a:avLst/>
          </a:prstGeom>
          <a:solidFill>
            <a:srgbClr val="EDDDD9"/>
          </a:solidFill>
          <a:ln w="12700">
            <a:solidFill>
              <a:srgbClr val="ED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43400" y="30906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 — 비어 있는 사분면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5715000"/>
            <a:ext cx="6858000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577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5204765"/>
            <a:ext cx="6858000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067605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4694530"/>
            <a:ext cx="6858000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5737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184294"/>
            <a:ext cx="6858000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4713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3674059"/>
            <a:ext cx="6858000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36899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3163824"/>
            <a:ext cx="6858000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26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3026664"/>
            <a:ext cx="0" cy="2734056"/>
          </a:xfrm>
          <a:prstGeom prst="line">
            <a:avLst/>
          </a:prstGeom>
          <a:noFill/>
          <a:ln w="12700">
            <a:solidFill>
              <a:srgbClr val="5C647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027164" y="5113325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3884" y="5351069"/>
            <a:ext cx="142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Skywork-Banana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47129" y="5113325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2906" y="4839005"/>
            <a:ext cx="11113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Kimi-Banana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42941" y="5623560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0685" y="5605272"/>
            <a:ext cx="10919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NotebookLM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8903" y="4603090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6647" y="4584802"/>
            <a:ext cx="5457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Zhipu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90835" y="4603090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88691" y="4328770"/>
            <a:ext cx="787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Skywork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814763" y="4603090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0558" y="4840834"/>
            <a:ext cx="12312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Kimi-Standard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34715" y="4603090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28137" y="4328770"/>
            <a:ext cx="9960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Kimi-Smart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950654" y="4603090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0697" y="4840834"/>
            <a:ext cx="702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Gamma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858643" y="4092854"/>
            <a:ext cx="182880" cy="182880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6387" y="4074566"/>
            <a:ext cx="579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Quark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42566" y="3072384"/>
            <a:ext cx="182880" cy="182880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80310" y="3054096"/>
            <a:ext cx="9339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PPTAgent*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166432" y="3582619"/>
            <a:ext cx="182880" cy="182880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04176" y="3564331"/>
            <a:ext cx="11524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AutoPresent*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 총점 →  12.63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49440" y="5852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2889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편집성 PEI ↑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092440" y="2660904"/>
            <a:ext cx="0" cy="3465576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2660904"/>
            <a:ext cx="3227832" cy="1027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6500" b="1" dirty="0">
                <a:solidFill>
                  <a:srgbClr val="AF3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0" dirty="0"/>
          </a:p>
        </p:txBody>
      </p:sp>
      <p:sp>
        <p:nvSpPr>
          <p:cNvPr id="46" name="Text 44"/>
          <p:cNvSpPr/>
          <p:nvPr/>
        </p:nvSpPr>
        <p:spPr>
          <a:xfrm>
            <a:off x="8412480" y="3742944"/>
            <a:ext cx="3227832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Q1에 든 시스템 (11개 중)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412480" y="4407408"/>
            <a:ext cx="3316732" cy="1719072"/>
          </a:xfrm>
          <a:prstGeom prst="rect">
            <a:avLst/>
          </a:prstGeom>
          <a:noFill/>
          <a:ln/>
        </p:spPr>
        <p:txBody>
          <a:bodyPr wrap="square" lIns="0" tIns="0" rIns="88900" bIns="0" rtlCol="0" anchor="t"/>
          <a:lstStyle/>
          <a:p>
            <a:pPr hangingPunct="0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 1·2위는 그림 한 장짜리 L1, 편집 가능한 L4–L5는 학술 프레임워크뿐이다. </a:t>
            </a:r>
            <a:r>
              <a:rPr lang="en-US" sz="18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Mixdog의 목표는 L4 행의 오른쪽 절반.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1824"/>
          </a:solidFill>
          <a:ln w="12700">
            <a:solidFill>
              <a:srgbClr val="0F1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100" b="1" dirty="0">
                <a:solidFill>
                  <a:srgbClr val="94B6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 × 편집성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108960" cy="2228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EDEF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미학 상위는 편집이 안 되고, 편집 가능한 쪽은 미학이 낮다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3965448"/>
            <a:ext cx="31089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EB6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축을 동시에 잡은 시스템은 열한 개 중 하나도 없다. Mixdog의 목표 위치는 L4 행의 오른쪽 절반이다.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14716" y="932688"/>
            <a:ext cx="3625596" cy="2249424"/>
          </a:xfrm>
          <a:prstGeom prst="rect">
            <a:avLst/>
          </a:prstGeom>
          <a:solidFill>
            <a:srgbClr val="D9E1ED"/>
          </a:solidFill>
          <a:ln w="12700">
            <a:solidFill>
              <a:srgbClr val="D9E1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51876" y="1024128"/>
            <a:ext cx="3351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 — 비어 있는 사분면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5897880"/>
            <a:ext cx="6793992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5760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4937760"/>
            <a:ext cx="6793992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4800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977640"/>
            <a:ext cx="6793992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840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3017520"/>
            <a:ext cx="6793992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2057400"/>
            <a:ext cx="6793992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920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6793992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14716" y="960120"/>
            <a:ext cx="0" cy="4983480"/>
          </a:xfrm>
          <a:prstGeom prst="line">
            <a:avLst/>
          </a:prstGeom>
          <a:noFill/>
          <a:ln w="12700">
            <a:solidFill>
              <a:srgbClr val="5A647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0806516" y="4846320"/>
            <a:ext cx="182880" cy="182880"/>
          </a:xfrm>
          <a:prstGeom prst="ellipse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83236" y="5084064"/>
            <a:ext cx="142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Skywork-Banana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529282" y="4846320"/>
            <a:ext cx="182880" cy="182880"/>
          </a:xfrm>
          <a:prstGeom prst="ellipse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65058" y="4572000"/>
            <a:ext cx="11113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Kimi-Banana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40136" y="5806440"/>
            <a:ext cx="182880" cy="182880"/>
          </a:xfrm>
          <a:prstGeom prst="ellipse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7880" y="5788152"/>
            <a:ext cx="10919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NotebookLM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739138" y="3886200"/>
            <a:ext cx="182880" cy="182880"/>
          </a:xfrm>
          <a:prstGeom prst="ellipse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76882" y="3867912"/>
            <a:ext cx="5457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Zhipu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6550" y="3886200"/>
            <a:ext cx="182880" cy="182880"/>
          </a:xfrm>
          <a:prstGeom prst="ellipse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94407" y="3611880"/>
            <a:ext cx="787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Skywork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26239" y="3886200"/>
            <a:ext cx="182880" cy="182880"/>
          </a:xfrm>
          <a:prstGeom prst="ellipse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02034" y="4123944"/>
            <a:ext cx="12312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Kimi-Standard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49992" y="3886200"/>
            <a:ext cx="182880" cy="182880"/>
          </a:xfrm>
          <a:prstGeom prst="ellipse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3414" y="3611880"/>
            <a:ext cx="9960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Kimi-Smart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70772" y="3886200"/>
            <a:ext cx="182880" cy="182880"/>
          </a:xfrm>
          <a:prstGeom prst="ellipse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815" y="4123944"/>
            <a:ext cx="702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Gamma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679681" y="2926080"/>
            <a:ext cx="182880" cy="182880"/>
          </a:xfrm>
          <a:prstGeom prst="ellipse">
            <a:avLst/>
          </a:prstGeom>
          <a:solidFill>
            <a:srgbClr val="1E5EB8"/>
          </a:solidFill>
          <a:ln w="12700">
            <a:solidFill>
              <a:srgbClr val="1E5E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17425" y="2907792"/>
            <a:ext cx="579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Quark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69764" y="1005840"/>
            <a:ext cx="182880" cy="182880"/>
          </a:xfrm>
          <a:prstGeom prst="ellipse">
            <a:avLst/>
          </a:prstGeom>
          <a:solidFill>
            <a:srgbClr val="1E5EB8"/>
          </a:solidFill>
          <a:ln w="12700">
            <a:solidFill>
              <a:srgbClr val="1E5E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7508" y="987552"/>
            <a:ext cx="9339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PPTAgent*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04391" y="1965960"/>
            <a:ext cx="182880" cy="182880"/>
          </a:xfrm>
          <a:prstGeom prst="ellipse">
            <a:avLst/>
          </a:prstGeom>
          <a:solidFill>
            <a:srgbClr val="1E5EB8"/>
          </a:solidFill>
          <a:ln w="12700">
            <a:solidFill>
              <a:srgbClr val="1E5E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42135" y="1947672"/>
            <a:ext cx="11524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AutoPresent*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46320" y="6035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 총점 →  12.63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725912" y="6035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38912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편집성 PEI 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2026-09-05T15:43:11Z</dcterms:created>
  <dcterms:modified xsi:type="dcterms:W3CDTF">2026-09-05T15:43:11Z</dcterms:modified>
</cp:coreProperties>
</file>