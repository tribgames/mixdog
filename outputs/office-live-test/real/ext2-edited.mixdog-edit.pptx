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xlsx" ContentType="application/vnd.openxmlformats-officedocument.spreadsheetml.sheet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68" d="100"/>
          <a:sy n="168" d="100"/>
        </p:scale>
        <p:origin x="-1440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F6DB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9FB6CE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9</c:v>
                </c:pt>
                <c:pt idx="2">
                  <c:v>11</c:v>
                </c:pt>
                <c:pt idx="3">
                  <c:v>12</c:v>
                </c:pt>
              </c:numCache>
            </c:numRef>
          </c:val>
        </c:ser>
        <c:gapWidth val="90"/>
        <c:overlap val="-20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C7CBD1"/>
            </a:solidFill>
          </a:ln>
        </c:spPr>
        <c:txPr>
          <a:bodyPr/>
          <a:lstStyle/>
          <a:p>
            <a:pPr>
              <a:defRPr sz="900">
                <a:solidFill>
                  <a:srgbClr val="5F6368"/>
                </a:solidFill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9525">
              <a:solidFill>
                <a:srgbClr val="E7E9EC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F6368"/>
                </a:solidFill>
              </a:defRPr>
            </a:pPr>
            <a:endParaRPr lang="en-US"/>
          </a:p>
        </c:txPr>
        <c:crossAx val="111111111"/>
        <c:crosses val="max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2672973272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53975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Macintosh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Manager/>
  <Company>neopraxis.org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python-pptx</dc:creator>
  <cp:keywords/>
  <dc:description/>
  <cp:lastModifiedBy>Steve Canny</cp:lastModifiedBy>
  <cp:revision>7</cp:revision>
  <dcterms:created xsi:type="dcterms:W3CDTF">2012-11-17T11:07:40Z</dcterms:created>
  <dcterms:modified xsi:type="dcterms:W3CDTF">2014-07-04T20:35:51Z</dcterms:modified>
  <cp:category/>
</cp:coreProperties>
</file>