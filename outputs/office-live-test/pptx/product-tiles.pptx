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hangingPunct="0"/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hangingPunct="0"/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18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EB6C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IET">
    <p:bg>
      <p:bgPr>
        <a:solidFill>
          <a:srgbClr val="0F18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6FE3"/>
          </a:solidFill>
          <a:ln w="12700">
            <a:solidFill>
              <a:srgbClr val="1C6FE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7190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MOAPAY 3.0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7315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송금 세 번 탭이 한</a:t>
            </a:r>
            <a:br/>
            <a:r>
              <a:rPr lang="en-US" sz="5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번으로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48640" y="42976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제품 리뷰 · 2026년 9월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95528"/>
            <a:ext cx="11091672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hangingPunct="0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 화면이 송금을 한 번의 탭으로 줄인다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b="1" dirty="0">
                <a:solidFill>
                  <a:srgbClr val="1E5E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제품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735074"/>
            <a:ext cx="1659988" cy="3383280"/>
          </a:xfrm>
          <a:prstGeom prst="roundRect">
            <a:avLst>
              <a:gd name="adj" fmla="val 12119"/>
            </a:avLst>
          </a:prstGeom>
          <a:solidFill>
            <a:srgbClr val="171F2B"/>
          </a:solidFill>
          <a:ln w="12700">
            <a:solidFill>
              <a:srgbClr val="171F2B"/>
            </a:solidFill>
            <a:prstDash val="solid"/>
          </a:ln>
        </p:spPr>
      </p:sp>
      <p:pic>
        <p:nvPicPr>
          <p:cNvPr id="5" name="Image 0" descr="최근 보낸 사람이 맨 위에 있는 홈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6514"/>
            <a:ext cx="1477108" cy="3200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318356" y="1872234"/>
            <a:ext cx="16531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홈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2318356" y="2311146"/>
            <a:ext cx="1653188" cy="672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최근 보낸 사람을 맨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위에 둔다.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383024" y="1735074"/>
            <a:ext cx="1659988" cy="3383280"/>
          </a:xfrm>
          <a:prstGeom prst="roundRect">
            <a:avLst>
              <a:gd name="adj" fmla="val 12119"/>
            </a:avLst>
          </a:prstGeom>
          <a:solidFill>
            <a:srgbClr val="171F2B"/>
          </a:solidFill>
          <a:ln w="12700">
            <a:solidFill>
              <a:srgbClr val="171F2B"/>
            </a:solidFill>
            <a:prstDash val="solid"/>
          </a:ln>
        </p:spPr>
      </p:sp>
      <p:pic>
        <p:nvPicPr>
          <p:cNvPr id="9" name="Image 1" descr="금액이 미리 채워진 송금 화면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4464" y="1826514"/>
            <a:ext cx="1477108" cy="32004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152740" y="1872234"/>
            <a:ext cx="16531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송금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152740" y="2311146"/>
            <a:ext cx="1653188" cy="672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지난 금액을 미리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채운다.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8217408" y="1735074"/>
            <a:ext cx="1659988" cy="3383280"/>
          </a:xfrm>
          <a:prstGeom prst="roundRect">
            <a:avLst>
              <a:gd name="adj" fmla="val 12119"/>
            </a:avLst>
          </a:prstGeom>
          <a:solidFill>
            <a:srgbClr val="171F2B"/>
          </a:solidFill>
          <a:ln w="12700">
            <a:solidFill>
              <a:srgbClr val="171F2B"/>
            </a:solidFill>
            <a:prstDash val="solid"/>
          </a:ln>
        </p:spPr>
      </p:sp>
      <p:pic>
        <p:nvPicPr>
          <p:cNvPr id="13" name="Image 2" descr="송금 완료 화면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8848" y="1826514"/>
            <a:ext cx="1477108" cy="32004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987124" y="1872234"/>
            <a:ext cx="16531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71F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완료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9987124" y="2311146"/>
            <a:ext cx="1653188" cy="672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영수증을 바로</a:t>
            </a:r>
            <a:br/>
            <a:r>
              <a:rPr lang="en-US" sz="1500" dirty="0">
                <a:solidFill>
                  <a:srgbClr val="3C4A5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공유한다.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548640" y="6144768"/>
            <a:ext cx="10268712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A647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앱 3.0 디자인 시안 (예시 화면)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5912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472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hangingPunct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6FE3"/>
          </a:solidFill>
          <a:ln w="12700">
            <a:solidFill>
              <a:srgbClr val="1C6FE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10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0" algn="l"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DECISION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777240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10월 둘째 주 출시를 승인해</a:t>
            </a:r>
            <a:br/>
            <a:r>
              <a:rPr lang="en-US" sz="4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주십시오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400507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hangingPunct="0"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product@moapay.example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2026-09-23T12:16:39Z</dcterms:created>
  <dcterms:modified xsi:type="dcterms:W3CDTF">2026-09-23T12:16:39Z</dcterms:modified>
</cp:coreProperties>
</file>