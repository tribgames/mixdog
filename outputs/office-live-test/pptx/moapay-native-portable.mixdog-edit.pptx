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charts/chart4.xml" ContentType="application/vnd.openxmlformats-officedocument.drawingml.chart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6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chartData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상반기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Noto Sans KR"/>
                    <a:ea typeface="Noto Sans KR"/>
                    <a:cs typeface="Noto Sans KR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사용자 비중(%)</c:v>
                </c:pt>
              </c:strCache>
            </c:strRef>
          </c:tx>
          <c:spPr>
            <a:solidFill>
              <a:srgbClr val="2F6DB5"/>
            </a:solidFill>
            <a:ln>
              <a:noFill/>
            </a:ln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서울</c:v>
                </c:pt>
                <c:pt idx="1">
                  <c:v>경기</c:v>
                </c:pt>
                <c:pt idx="2">
                  <c:v>부산</c:v>
                </c:pt>
                <c:pt idx="3">
                  <c:v>대구</c:v>
                </c:pt>
                <c:pt idx="4">
                  <c:v>광주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0"%"</c:formatCode>
                <c:ptCount val="6"/>
                <c:pt idx="0">
                  <c:v>28</c:v>
                </c:pt>
                <c:pt idx="1">
                  <c:v>21</c:v>
                </c:pt>
                <c:pt idx="2">
                  <c:v>12</c:v>
                </c:pt>
                <c:pt idx="3">
                  <c:v>9</c:v>
                </c:pt>
                <c:pt idx="4">
                  <c:v>7</c:v>
                </c:pt>
                <c:pt idx="5">
                  <c:v>23</c:v>
                </c:pt>
              </c:numCache>
            </c:numRef>
          </c:val>
        </c:ser>
        <c:gapWidth val="90"/>
        <c:overlap val="-20"/>
        <c:axId val="111111111"/>
        <c:axId val="222222222"/>
      </c:barChart>
      <c:catAx>
        <c:axId val="111111111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7CBD1"/>
            </a:solidFill>
          </a:ln>
        </c:spPr>
        <c:txPr>
          <a:bodyPr/>
          <a:lstStyle/>
          <a:p>
            <a:pPr>
              <a:defRPr sz="900">
                <a:solidFill>
                  <a:srgbClr val="5F6368"/>
                </a:solidFill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in val="0"/>
        </c:scaling>
        <c:delete val="0"/>
        <c:axPos val="b"/>
        <c:majorGridlines>
          <c:spPr>
            <a:ln w="9525">
              <a:solidFill>
                <a:srgbClr val="E7E9EC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F6368"/>
                </a:solidFill>
              </a:defRPr>
            </a:pPr>
            <a:endParaRPr lang="en-US"/>
          </a:p>
        </c:txPr>
        <c:crossAx val="111111111"/>
        <c:crosses val="max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mixdog-icon-7.svg"/><Relationship Id="rId8" Type="http://schemas.openxmlformats.org/officeDocument/2006/relationships/image" Target="../media/mixdog-icon-8.svg"/><Relationship Id="rId9" Type="http://schemas.openxmlformats.org/officeDocument/2006/relationships/image" Target="../media/mixdog-icon-9.svg"/><Relationship Id="rId10" Type="http://schemas.openxmlformats.org/officeDocument/2006/relationships/image" Target="../media/mixdog-icon-10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685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con" descr="결제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9" name="Icon" descr="대출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con" descr="투자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5" name="Icon" descr="보험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8" name="Icon" descr="신용관리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21" name="Icon" descr="송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2011680"/>
                <a:gridCol w="2313432"/>
              </a:tblGrid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6" name="Icon" descr="LTV / CA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1" name="Icon" descr="사용자 획득 비용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6" name="Icon" descr="회수 기간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21" name="Icon" descr="12개월 유지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847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847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9595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60668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0668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087580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4611" y="2526492"/>
            <a:ext cx="659730" cy="65973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4611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95950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21567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21567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087580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63763" y="2526492"/>
            <a:ext cx="659730" cy="65973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3763" y="2526492"/>
            <a:ext cx="659730" cy="65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95950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dog TextBox 2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/>
                <a:ea typeface="Noto Sans KR"/>
                <a:cs typeface="Noto Sans KR"/>
              </a:rPr>
              <a:t>지역</a:t>
            </a:r>
          </a:p>
        </p:txBody>
      </p:sp>
      <p:sp>
        <p:nvSpPr>
          <p:cNvPr id="3" name="Mixdog TextBox 3"/>
          <p:cNvSpPr txBox="1"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/>
                <a:ea typeface="Noto Sans KR"/>
                <a:cs typeface="Noto Sans KR"/>
              </a:rPr>
              <a:t>수도권 밖 사용자가 처음으로 절반을 넘었다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548640" y="1628394"/>
          <a:ext cx="7112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Mixdog TextBox 5"/>
          <p:cNvSpPr txBox="1"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Noto Sans KR"/>
                <a:ea typeface="Noto Sans KR"/>
                <a:cs typeface="Noto Sans KR"/>
              </a:rPr>
              <a:t>출처: 모아페이 내부 집계, 2026년 6월 (예시 수치)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2026-09-23T09:55:02Z</dcterms:created>
  <dcterms:modified xsi:type="dcterms:W3CDTF">2026-09-23T09:55:02Z</dcterms:modified>
</cp:coreProperties>
</file>