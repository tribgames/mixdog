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0BBA-43FB-9E38-83FE6850B6E9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상반기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BA-43FB-9E38-83FE6850B6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67B2-4ED7-90D3-289C38E924DF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B2-4ED7-90D3-289C38E924D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261E-4EA2-BB1F-E6197F802583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1E-4EA2-BB1F-E6197F8025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853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kern="0" spc="400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2분기 처음으로 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b="1" kern="0" spc="4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5074"/>
          <a:ext cx="6621719" cy="3998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414016"/>
          <a:ext cx="5340096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00216" y="2414016"/>
          <a:ext cx="5340096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blurRad="1524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con" descr="결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con" descr="대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con" descr="투자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con" descr="보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con" descr="신용관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" descr="송금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con" descr="LTV / CAC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con" descr="사용자 획득 비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con" descr="회수 기간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" descr="12개월 유지율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1847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1847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9595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60668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60668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08758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4611" y="2526492"/>
            <a:ext cx="659730" cy="65973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64611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95950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1567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021567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087580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6376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16376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95950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Office PowerPoint</Application>
  <PresentationFormat>와이드스크린</PresentationFormat>
  <Paragraphs>147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</cp:lastModifiedBy>
  <cp:revision>2</cp:revision>
  <dcterms:created xsi:type="dcterms:W3CDTF">2026-09-23T11:56:34Z</dcterms:created>
  <dcterms:modified xsi:type="dcterms:W3CDTF">2026-09-23T11:56:48Z</dcterms:modified>
</cp:coreProperties>
</file>