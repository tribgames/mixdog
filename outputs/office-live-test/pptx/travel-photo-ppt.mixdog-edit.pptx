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53309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3626A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 hangingPunct="0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AEBBC2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 hangingPunct="0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IET">
    <p:bg>
      <p:bgPr>
        <a:solidFill>
          <a:srgbClr val="0F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3626A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 hangingPunct="0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청록색 호수 위 카누에서 노를 젓는 여행자, 뒤로 침엽수 숲과 해 질 녘 하늘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Gradient"/>
          <p:cNvSpPr/>
          <p:nvPr/>
        </p:nvSpPr>
        <p:spPr>
          <a:xfrm>
            <a:off x="0" y="0"/>
            <a:ext cx="7557150" cy="6858000"/>
          </a:xfrm>
          <a:prstGeom prst="rect">
            <a:avLst/>
          </a:prstGeom>
          <a:gradFill rotWithShape="1">
            <a:gsLst>
              <a:gs pos="0">
                <a:srgbClr val="0F1D24">
                  <a:alpha val="85000"/>
                </a:srgbClr>
              </a:gs>
              <a:gs pos="55000">
                <a:srgbClr val="0F1D24">
                  <a:alpha val="30000"/>
                </a:srgbClr>
              </a:gs>
              <a:gs pos="100000">
                <a:srgbClr val="0F1D24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/>
          <p:nvPr/>
        </p:nvSpPr>
        <p:spPr>
          <a:xfrm>
            <a:off x="548640" y="171907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hangingPunct="0">
              <a:buNone/>
            </a:pPr>
            <a:r>
              <a:rPr lang="en-US" sz="1200" b="1" dirty="0">
                <a:solidFill>
                  <a:srgbClr val="E694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가을 출발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2103120"/>
            <a:ext cx="56692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EDF1F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가을, 호수 위에서</a:t>
            </a:r>
            <a:br/>
            <a:r>
              <a:rPr lang="en-US" sz="5400" b="1" dirty="0">
                <a:solidFill>
                  <a:srgbClr val="EDF1F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하루를 시작한다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429768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AEBB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캐나다 로키 · 요세미티 ·</a:t>
            </a:r>
            <a:br/>
            <a:r>
              <a:rPr lang="en-US" sz="2400" dirty="0">
                <a:solidFill>
                  <a:srgbClr val="AEBB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시카고 11박 12일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0F1D24"/>
          </a:solidFill>
          <a:ln w="12700">
            <a:solidFill>
              <a:srgbClr val="0F1D2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2926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EDF1F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요세미티에서 사흘,</a:t>
            </a:r>
            <a:br/>
            <a:r>
              <a:rPr lang="en-US" sz="2400" b="1" dirty="0">
                <a:solidFill>
                  <a:srgbClr val="EDF1F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걷는 속도로 본다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332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hangingPunct="0">
              <a:buNone/>
            </a:pPr>
            <a:r>
              <a:rPr lang="en-US" sz="1200" b="1" dirty="0">
                <a:solidFill>
                  <a:srgbClr val="E694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일정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434840" y="1207008"/>
            <a:ext cx="271759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B81E3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1일차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434840" y="1572768"/>
            <a:ext cx="2717597" cy="481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3A4F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밸리 산책과 강변 피크닉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434840" y="2260092"/>
            <a:ext cx="2717597" cy="0"/>
          </a:xfrm>
          <a:prstGeom prst="line">
            <a:avLst/>
          </a:prstGeom>
          <a:noFill/>
          <a:ln w="12700">
            <a:solidFill>
              <a:srgbClr val="E5E9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434840" y="2465832"/>
            <a:ext cx="271759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B81E3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2일차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434840" y="2831592"/>
            <a:ext cx="2717597" cy="481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3A4F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글레이셔 포인트 일출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434840" y="3518916"/>
            <a:ext cx="2717597" cy="0"/>
          </a:xfrm>
          <a:prstGeom prst="line">
            <a:avLst/>
          </a:prstGeom>
          <a:noFill/>
          <a:ln w="12700">
            <a:solidFill>
              <a:srgbClr val="E5E9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434840" y="3724656"/>
            <a:ext cx="271759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B81E3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3일차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434840" y="4090416"/>
            <a:ext cx="2717597" cy="481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3A4F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세쿼이아 숲 걷기</a:t>
            </a:r>
            <a:endParaRPr lang="en-US" sz="2000" dirty="0"/>
          </a:p>
        </p:txBody>
      </p:sp>
      <p:pic>
        <p:nvPicPr>
          <p:cNvPr id="13" name="Image 0" descr="요세미티 밸리의 화강암 절벽과 강에 비친 침엽수 숲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3917" y="1207008"/>
            <a:ext cx="4076395" cy="452628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434840" y="6144768"/>
            <a:ext cx="6382512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3626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일정은 현지 기상에 따라 바뀔 수 있다 (예시 일정)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3626A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 hangingPunct="0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0F1D24"/>
          </a:solidFill>
          <a:ln w="12700">
            <a:solidFill>
              <a:srgbClr val="0F1D2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EDF1F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세 곳, 세 가지 속도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332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hangingPunct="0">
              <a:buNone/>
            </a:pPr>
            <a:r>
              <a:rPr lang="en-US" sz="1200" b="1" dirty="0">
                <a:solidFill>
                  <a:srgbClr val="E694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코스</a:t>
            </a:r>
            <a:endParaRPr lang="en-US" sz="1200" dirty="0"/>
          </a:p>
        </p:txBody>
      </p:sp>
      <p:pic>
        <p:nvPicPr>
          <p:cNvPr id="5" name="Image 0" descr="카누를 타는 여행자와 청록 호수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1207008"/>
            <a:ext cx="2127504" cy="34747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434840" y="4791456"/>
            <a:ext cx="2127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35000"/>
              </a:lnSpc>
              <a:buNone/>
            </a:pPr>
            <a:r>
              <a:rPr lang="en-US" sz="2000" dirty="0">
                <a:solidFill>
                  <a:srgbClr val="3A4F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로키 · 호수에서</a:t>
            </a:r>
            <a:br/>
            <a:r>
              <a:rPr lang="en-US" sz="2000" dirty="0">
                <a:solidFill>
                  <a:srgbClr val="3A4F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쉬는 나흘</a:t>
            </a:r>
            <a:endParaRPr lang="en-US" sz="2000" dirty="0"/>
          </a:p>
        </p:txBody>
      </p:sp>
      <p:pic>
        <p:nvPicPr>
          <p:cNvPr id="7" name="Image 1" descr="요세미티 절벽과 강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3824" y="1207008"/>
            <a:ext cx="2127504" cy="34747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973824" y="4791456"/>
            <a:ext cx="2127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35000"/>
              </a:lnSpc>
              <a:buNone/>
            </a:pPr>
            <a:r>
              <a:rPr lang="en-US" sz="2000" dirty="0">
                <a:solidFill>
                  <a:srgbClr val="3A4F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요세미티 · 걷는</a:t>
            </a:r>
            <a:br/>
            <a:r>
              <a:rPr lang="en-US" sz="2000" dirty="0">
                <a:solidFill>
                  <a:srgbClr val="3A4F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사흘</a:t>
            </a:r>
            <a:endParaRPr lang="en-US" sz="2000" dirty="0"/>
          </a:p>
        </p:txBody>
      </p:sp>
      <p:pic>
        <p:nvPicPr>
          <p:cNvPr id="9" name="Image 2" descr="해 질 녘 시카고 도심과 호수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12808" y="1207008"/>
            <a:ext cx="2127504" cy="34747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512808" y="4791456"/>
            <a:ext cx="21275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35000"/>
              </a:lnSpc>
              <a:buNone/>
            </a:pPr>
            <a:r>
              <a:rPr lang="en-US" sz="2000" dirty="0">
                <a:solidFill>
                  <a:srgbClr val="3A4F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시카고 · 도시에서</a:t>
            </a:r>
            <a:br/>
            <a:r>
              <a:rPr lang="en-US" sz="2000" dirty="0">
                <a:solidFill>
                  <a:srgbClr val="3A4F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사흘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3626A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r" hangingPunct="0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해 질 녘 호숫가로 이어지는 시카고 도심의 고층 빌딩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Gradient"/>
          <p:cNvSpPr/>
          <p:nvPr/>
        </p:nvSpPr>
        <p:spPr>
          <a:xfrm>
            <a:off x="0" y="3086100"/>
            <a:ext cx="12188952" cy="3771900"/>
          </a:xfrm>
          <a:prstGeom prst="rect">
            <a:avLst/>
          </a:prstGeom>
          <a:gradFill rotWithShape="1">
            <a:gsLst>
              <a:gs pos="0">
                <a:srgbClr val="0F1D24">
                  <a:alpha val="85000"/>
                </a:srgbClr>
              </a:gs>
              <a:gs pos="55000">
                <a:srgbClr val="0F1D24">
                  <a:alpha val="30000"/>
                </a:srgbClr>
              </a:gs>
              <a:gs pos="100000">
                <a:srgbClr val="0F1D24">
                  <a:alpha val="0"/>
                </a:srgbClr>
              </a:gs>
            </a:gsLst>
            <a:lin ang="16200000" scaled="0"/>
          </a:gra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/>
          <p:nvPr/>
        </p:nvSpPr>
        <p:spPr>
          <a:xfrm>
            <a:off x="548640" y="43708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hangingPunct="0">
              <a:buNone/>
            </a:pPr>
            <a:r>
              <a:rPr lang="en-US" sz="1200" b="1" dirty="0">
                <a:solidFill>
                  <a:srgbClr val="E694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VIP 조기 예약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4754880"/>
            <a:ext cx="1109167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hangingPunct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EDF1F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9월 30일까지 예약하면 20% 할인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548640" y="5797296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hangingPunct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AEBB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travel@example.com · 02-1234-5678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</Words>
  <Application>Microsoft Office PowerPoint</Application>
  <PresentationFormat>와이드스크린</PresentationFormat>
  <Paragraphs>26</Paragraphs>
  <Slides>4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Noto Sans KR</vt:lpstr>
      <vt:lpstr>Noto Serif KR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Bob</cp:lastModifiedBy>
  <cp:revision>2</cp:revision>
  <dcterms:created xsi:type="dcterms:W3CDTF">2026-09-23T10:21:07Z</dcterms:created>
  <dcterms:modified xsi:type="dcterms:W3CDTF">2026-09-23T11:51:54Z</dcterms:modified>
</cp:coreProperties>
</file>