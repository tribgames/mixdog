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36A6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C2BB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2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36A6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.xml"/><Relationship Id="rId11" Type="http://schemas.openxmlformats.org/officeDocument/2006/relationships/image" Target="../media/mixdog-icon-1.svg"/><Relationship Id="rId12" Type="http://schemas.openxmlformats.org/officeDocument/2006/relationships/image" Target="../media/mixdog-icon-2.svg"/><Relationship Id="rId13" Type="http://schemas.openxmlformats.org/officeDocument/2006/relationships/image" Target="../media/mixdog-icon-3.svg"/><Relationship Id="rId14" Type="http://schemas.openxmlformats.org/officeDocument/2006/relationships/image" Target="../media/mixdog-icon-4.svg"/><Relationship Id="rId15" Type="http://schemas.openxmlformats.org/officeDocument/2006/relationships/image" Target="../media/mixdog-icon-5.svg"/><Relationship Id="rId16" Type="http://schemas.openxmlformats.org/officeDocument/2006/relationships/image" Target="../media/mixdog-icon-6.svg"/><Relationship Id="rId17" Type="http://schemas.openxmlformats.org/officeDocument/2006/relationships/image" Target="../media/mixdog-icon-7.svg"/><Relationship Id="rId18" Type="http://schemas.openxmlformats.org/officeDocument/2006/relationships/image" Target="../media/mixdog-icon-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플랫폼은 일곱 팀이 한 허브를 둘러싼다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95531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11091672" cy="3998214"/>
          </a:xfrm>
          <a:prstGeom prst="rect">
            <a:avLst/>
          </a:prstGeom>
          <a:solidFill>
            <a:srgbClr val="E7EEEC"/>
          </a:solidFill>
          <a:ln w="12700">
            <a:solidFill>
              <a:srgbClr val="E7E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37276" y="1963674"/>
            <a:ext cx="914400" cy="914400"/>
          </a:xfrm>
          <a:prstGeom prst="ellipse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pic>
        <p:nvPicPr>
          <p:cNvPr id="6" name="Icon" descr="주문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57316" y="2146554"/>
            <a:ext cx="274320" cy="274320"/>
          </a:xfrm>
          <a:prstGeom prst="rect">
            <a:avLst/>
          </a:prstGeom>
        </p:spPr>
      </p:pic>
      <p:sp>
        <p:nvSpPr>
          <p:cNvPr id="7" name="mixdog-spec:structure:hub"/>
          <p:cNvSpPr/>
          <p:nvPr/>
        </p:nvSpPr>
        <p:spPr>
          <a:xfrm>
            <a:off x="5747004" y="1963674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664061" y="2458147"/>
            <a:ext cx="914400" cy="914400"/>
          </a:xfrm>
          <a:prstGeom prst="ellipse">
            <a:avLst/>
          </a:prstGeom>
          <a:solidFill>
            <a:srgbClr val="E3791C"/>
          </a:solidFill>
          <a:ln w="12700">
            <a:solidFill>
              <a:srgbClr val="E3791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pic>
        <p:nvPicPr>
          <p:cNvPr id="9" name="Icon" descr="배차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84101" y="2641027"/>
            <a:ext cx="274320" cy="274320"/>
          </a:xfrm>
          <a:prstGeom prst="rect">
            <a:avLst/>
          </a:prstGeom>
        </p:spPr>
      </p:pic>
      <p:sp>
        <p:nvSpPr>
          <p:cNvPr id="10" name="mixdog-spec:structure:hub"/>
          <p:cNvSpPr/>
          <p:nvPr/>
        </p:nvSpPr>
        <p:spPr>
          <a:xfrm>
            <a:off x="6773789" y="2458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배차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917656" y="3569219"/>
            <a:ext cx="914400" cy="914400"/>
          </a:xfrm>
          <a:prstGeom prst="ellipse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pic>
        <p:nvPicPr>
          <p:cNvPr id="12" name="Icon" descr="정산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37696" y="3752099"/>
            <a:ext cx="274320" cy="274320"/>
          </a:xfrm>
          <a:prstGeom prst="rect">
            <a:avLst/>
          </a:prstGeom>
        </p:spPr>
      </p:pic>
      <p:sp>
        <p:nvSpPr>
          <p:cNvPr id="13" name="mixdog-spec:structure:hub"/>
          <p:cNvSpPr/>
          <p:nvPr/>
        </p:nvSpPr>
        <p:spPr>
          <a:xfrm>
            <a:off x="7027384" y="356921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정산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207099" y="4460230"/>
            <a:ext cx="914400" cy="914400"/>
          </a:xfrm>
          <a:prstGeom prst="ellipse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pic>
        <p:nvPicPr>
          <p:cNvPr id="15" name="Icon" descr="고객 지원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27139" y="4643110"/>
            <a:ext cx="274320" cy="274320"/>
          </a:xfrm>
          <a:prstGeom prst="rect">
            <a:avLst/>
          </a:prstGeom>
        </p:spPr>
      </p:pic>
      <p:sp>
        <p:nvSpPr>
          <p:cNvPr id="16" name="mixdog-spec:structure:hub"/>
          <p:cNvSpPr/>
          <p:nvPr/>
        </p:nvSpPr>
        <p:spPr>
          <a:xfrm>
            <a:off x="6316827" y="4460230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지원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067453" y="4460230"/>
            <a:ext cx="914400" cy="914400"/>
          </a:xfrm>
          <a:prstGeom prst="ellipse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pic>
        <p:nvPicPr>
          <p:cNvPr id="18" name="Icon" descr="데이터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87493" y="4643110"/>
            <a:ext cx="274320" cy="274320"/>
          </a:xfrm>
          <a:prstGeom prst="rect">
            <a:avLst/>
          </a:prstGeom>
        </p:spPr>
      </p:pic>
      <p:sp>
        <p:nvSpPr>
          <p:cNvPr id="19" name="mixdog-spec:structure:hub"/>
          <p:cNvSpPr/>
          <p:nvPr/>
        </p:nvSpPr>
        <p:spPr>
          <a:xfrm>
            <a:off x="5177181" y="4460230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4356896" y="3569219"/>
            <a:ext cx="914400" cy="914400"/>
          </a:xfrm>
          <a:prstGeom prst="ellipse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pic>
        <p:nvPicPr>
          <p:cNvPr id="21" name="Icon" descr="보안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76936" y="3752099"/>
            <a:ext cx="274320" cy="274320"/>
          </a:xfrm>
          <a:prstGeom prst="rect">
            <a:avLst/>
          </a:prstGeom>
        </p:spPr>
      </p:pic>
      <p:sp>
        <p:nvSpPr>
          <p:cNvPr id="22" name="mixdog-spec:structure:hub"/>
          <p:cNvSpPr/>
          <p:nvPr/>
        </p:nvSpPr>
        <p:spPr>
          <a:xfrm>
            <a:off x="4466624" y="356921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4610491" y="2458147"/>
            <a:ext cx="914400" cy="914400"/>
          </a:xfrm>
          <a:prstGeom prst="ellipse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pic>
        <p:nvPicPr>
          <p:cNvPr id="24" name="Icon" descr="인프라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30531" y="2641027"/>
            <a:ext cx="274320" cy="274320"/>
          </a:xfrm>
          <a:prstGeom prst="rect">
            <a:avLst/>
          </a:prstGeom>
        </p:spPr>
      </p:pic>
      <p:sp>
        <p:nvSpPr>
          <p:cNvPr id="25" name="mixdog-spec:structure:hub"/>
          <p:cNvSpPr/>
          <p:nvPr/>
        </p:nvSpPr>
        <p:spPr>
          <a:xfrm>
            <a:off x="4720219" y="2458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</a:t>
            </a:r>
            <a:endParaRPr lang="en-US" sz="1500" dirty="0"/>
          </a:p>
        </p:txBody>
      </p:sp>
      <p:sp>
        <p:nvSpPr>
          <p:cNvPr id="26" name="Shape 17"/>
          <p:cNvSpPr/>
          <p:nvPr/>
        </p:nvSpPr>
        <p:spPr>
          <a:xfrm>
            <a:off x="5348097" y="2987802"/>
            <a:ext cx="1492758" cy="1492758"/>
          </a:xfrm>
          <a:prstGeom prst="ellipse">
            <a:avLst/>
          </a:prstGeom>
          <a:solidFill>
            <a:srgbClr val="172B24"/>
          </a:solidFill>
          <a:ln w="12700">
            <a:solidFill>
              <a:srgbClr val="172B24"/>
            </a:solidFill>
            <a:prstDash val="solid"/>
          </a:ln>
        </p:spPr>
      </p:sp>
      <p:pic>
        <p:nvPicPr>
          <p:cNvPr id="27" name="Icon" descr="플랫폼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88736" y="3322701"/>
            <a:ext cx="411480" cy="411480"/>
          </a:xfrm>
          <a:prstGeom prst="rect">
            <a:avLst/>
          </a:prstGeom>
        </p:spPr>
      </p:pic>
      <p:sp>
        <p:nvSpPr>
          <p:cNvPr id="28" name="mixdog-spec:structure:hub"/>
          <p:cNvSpPr/>
          <p:nvPr/>
        </p:nvSpPr>
        <p:spPr>
          <a:xfrm>
            <a:off x="5527228" y="2987802"/>
            <a:ext cx="1134496" cy="1492758"/>
          </a:xfrm>
          <a:prstGeom prst="rect">
            <a:avLst/>
          </a:prstGeom>
          <a:noFill/>
          <a:ln/>
        </p:spPr>
        <p:txBody>
          <a:bodyPr wrap="square" lIns="0" tIns="801243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7FA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endParaRPr lang="en-US" sz="1500" dirty="0"/>
          </a:p>
        </p:txBody>
      </p:sp>
      <p:sp>
        <p:nvSpPr>
          <p:cNvPr id="29" name="Text 19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36A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9월 조직도 기준 (예시)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36A6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90일은 일곱 단계로 나뉜다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95531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온보딩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11091672" cy="3998214"/>
          </a:xfrm>
          <a:prstGeom prst="rect">
            <a:avLst/>
          </a:prstGeom>
          <a:solidFill>
            <a:srgbClr val="E7EEEC"/>
          </a:solidFill>
          <a:ln w="12700">
            <a:solidFill>
              <a:srgbClr val="E7E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3734181"/>
            <a:ext cx="10634472" cy="0"/>
          </a:xfrm>
          <a:prstGeom prst="line">
            <a:avLst/>
          </a:prstGeom>
          <a:noFill/>
          <a:ln w="19050">
            <a:solidFill>
              <a:srgbClr val="5F686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23248" y="3467900"/>
            <a:ext cx="532562" cy="532562"/>
          </a:xfrm>
          <a:prstGeom prst="ellipse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3248" y="3467900"/>
            <a:ext cx="532562" cy="532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1일</a:t>
            </a:r>
            <a:endParaRPr lang="en-US" sz="1100" dirty="0"/>
          </a:p>
        </p:txBody>
      </p:sp>
      <p:sp>
        <p:nvSpPr>
          <p:cNvPr id="8" name="mixdog-spec:structure:timeline"/>
          <p:cNvSpPr/>
          <p:nvPr/>
        </p:nvSpPr>
        <p:spPr>
          <a:xfrm>
            <a:off x="832104" y="4110190"/>
            <a:ext cx="1314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발급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90283" y="3467900"/>
            <a:ext cx="532562" cy="532562"/>
          </a:xfrm>
          <a:prstGeom prst="ellipse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90283" y="3467900"/>
            <a:ext cx="532562" cy="532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</a:t>
            </a:r>
            <a:endParaRPr lang="en-US" sz="1100" dirty="0"/>
          </a:p>
        </p:txBody>
      </p:sp>
      <p:sp>
        <p:nvSpPr>
          <p:cNvPr id="11" name="mixdog-spec:structure:timeline"/>
          <p:cNvSpPr/>
          <p:nvPr/>
        </p:nvSpPr>
        <p:spPr>
          <a:xfrm>
            <a:off x="2256682" y="3028988"/>
            <a:ext cx="159976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교육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14861" y="3467900"/>
            <a:ext cx="532562" cy="532562"/>
          </a:xfrm>
          <a:prstGeom prst="ellipse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14861" y="3467900"/>
            <a:ext cx="532562" cy="532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</a:t>
            </a:r>
            <a:endParaRPr lang="en-US" sz="1100" dirty="0"/>
          </a:p>
        </p:txBody>
      </p:sp>
      <p:sp>
        <p:nvSpPr>
          <p:cNvPr id="14" name="mixdog-spec:structure:timeline"/>
          <p:cNvSpPr/>
          <p:nvPr/>
        </p:nvSpPr>
        <p:spPr>
          <a:xfrm>
            <a:off x="3966175" y="4110190"/>
            <a:ext cx="1029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배포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746282" y="3467900"/>
            <a:ext cx="532562" cy="532562"/>
          </a:xfrm>
          <a:prstGeom prst="ellipse">
            <a:avLst/>
          </a:prstGeom>
          <a:solidFill>
            <a:srgbClr val="E3791C"/>
          </a:solidFill>
          <a:ln w="12700">
            <a:solidFill>
              <a:srgbClr val="E379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46282" y="3467900"/>
            <a:ext cx="532562" cy="532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</a:t>
            </a:r>
            <a:endParaRPr lang="en-US" sz="1100" dirty="0"/>
          </a:p>
        </p:txBody>
      </p:sp>
      <p:sp>
        <p:nvSpPr>
          <p:cNvPr id="17" name="mixdog-spec:structure:timeline"/>
          <p:cNvSpPr/>
          <p:nvPr/>
        </p:nvSpPr>
        <p:spPr>
          <a:xfrm>
            <a:off x="5105837" y="3028988"/>
            <a:ext cx="18134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95531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온콜 참관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20161" y="3467900"/>
            <a:ext cx="532562" cy="532562"/>
          </a:xfrm>
          <a:prstGeom prst="ellipse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0161" y="3467900"/>
            <a:ext cx="532562" cy="532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</a:t>
            </a:r>
            <a:endParaRPr lang="en-US" sz="1100" dirty="0"/>
          </a:p>
        </p:txBody>
      </p:sp>
      <p:sp>
        <p:nvSpPr>
          <p:cNvPr id="20" name="mixdog-spec:structure:timeline"/>
          <p:cNvSpPr/>
          <p:nvPr/>
        </p:nvSpPr>
        <p:spPr>
          <a:xfrm>
            <a:off x="7029017" y="4110190"/>
            <a:ext cx="1314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온콜 투입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29654" y="3467900"/>
            <a:ext cx="532562" cy="532562"/>
          </a:xfrm>
          <a:prstGeom prst="ellipse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29654" y="3467900"/>
            <a:ext cx="532562" cy="532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8주</a:t>
            </a:r>
            <a:endParaRPr lang="en-US" sz="1100" dirty="0"/>
          </a:p>
        </p:txBody>
      </p:sp>
      <p:sp>
        <p:nvSpPr>
          <p:cNvPr id="23" name="mixdog-spec:structure:timeline"/>
          <p:cNvSpPr/>
          <p:nvPr/>
        </p:nvSpPr>
        <p:spPr>
          <a:xfrm>
            <a:off x="8453594" y="3028988"/>
            <a:ext cx="18846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리드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636145" y="3467900"/>
            <a:ext cx="532562" cy="532562"/>
          </a:xfrm>
          <a:prstGeom prst="ellipse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36145" y="3467900"/>
            <a:ext cx="532562" cy="532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90일</a:t>
            </a:r>
            <a:endParaRPr lang="en-US" sz="1100" dirty="0"/>
          </a:p>
        </p:txBody>
      </p:sp>
      <p:sp>
        <p:nvSpPr>
          <p:cNvPr id="26" name="mixdog-spec:structure:timeline"/>
          <p:cNvSpPr/>
          <p:nvPr/>
        </p:nvSpPr>
        <p:spPr>
          <a:xfrm>
            <a:off x="10448003" y="4110190"/>
            <a:ext cx="90884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회고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36A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온보딩 가이드 2026 (예시)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36A6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주문은 네 팀을 차례로 지난다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95531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11091672" cy="999553"/>
          </a:xfrm>
          <a:prstGeom prst="rect">
            <a:avLst/>
          </a:prstGeom>
          <a:solidFill>
            <a:srgbClr val="E7EEEC"/>
          </a:solidFill>
          <a:ln w="12700">
            <a:solidFill>
              <a:srgbClr val="E7EEEC"/>
            </a:solidFill>
            <a:prstDash val="solid"/>
          </a:ln>
        </p:spPr>
      </p:sp>
      <p:sp>
        <p:nvSpPr>
          <p:cNvPr id="5" name="mixdog-spec:structure:lanes"/>
          <p:cNvSpPr/>
          <p:nvPr/>
        </p:nvSpPr>
        <p:spPr>
          <a:xfrm>
            <a:off x="658368" y="1914811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0" y="1914811"/>
            <a:ext cx="2798064" cy="640080"/>
          </a:xfrm>
          <a:prstGeom prst="roundRect">
            <a:avLst>
              <a:gd name="adj" fmla="val 22857"/>
            </a:avLst>
          </a:prstGeom>
          <a:solidFill>
            <a:srgbClr val="F7FAF9"/>
          </a:solidFill>
          <a:ln w="12700">
            <a:solidFill>
              <a:srgbClr val="B2BDBA"/>
            </a:solidFill>
            <a:prstDash val="solid"/>
          </a:ln>
        </p:spPr>
      </p:sp>
      <p:sp>
        <p:nvSpPr>
          <p:cNvPr id="7" name="mixdog-spec:structure:lanes"/>
          <p:cNvSpPr/>
          <p:nvPr/>
        </p:nvSpPr>
        <p:spPr>
          <a:xfrm>
            <a:off x="2121408" y="1914811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21224" y="1914811"/>
            <a:ext cx="2798064" cy="640080"/>
          </a:xfrm>
          <a:prstGeom prst="roundRect">
            <a:avLst>
              <a:gd name="adj" fmla="val 22857"/>
            </a:avLst>
          </a:prstGeom>
          <a:solidFill>
            <a:srgbClr val="F7FAF9"/>
          </a:solidFill>
          <a:ln w="12700">
            <a:solidFill>
              <a:srgbClr val="B2BDBA"/>
            </a:solidFill>
            <a:prstDash val="solid"/>
          </a:ln>
        </p:spPr>
      </p:sp>
      <p:sp>
        <p:nvSpPr>
          <p:cNvPr id="9" name="mixdog-spec:structure:lanes"/>
          <p:cNvSpPr/>
          <p:nvPr/>
        </p:nvSpPr>
        <p:spPr>
          <a:xfrm>
            <a:off x="5330952" y="1914811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30768" y="1914811"/>
            <a:ext cx="3209544" cy="640080"/>
          </a:xfrm>
          <a:prstGeom prst="roundRect">
            <a:avLst>
              <a:gd name="adj" fmla="val 22857"/>
            </a:avLst>
          </a:prstGeom>
          <a:solidFill>
            <a:srgbClr val="F7FAF9"/>
          </a:solidFill>
          <a:ln w="12700">
            <a:solidFill>
              <a:srgbClr val="B2BDBA"/>
            </a:solidFill>
            <a:prstDash val="solid"/>
          </a:ln>
        </p:spPr>
      </p:sp>
      <p:sp>
        <p:nvSpPr>
          <p:cNvPr id="11" name="mixdog-spec:structure:lanes"/>
          <p:cNvSpPr/>
          <p:nvPr/>
        </p:nvSpPr>
        <p:spPr>
          <a:xfrm>
            <a:off x="8540496" y="1914811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확정</a:t>
            </a:r>
            <a:endParaRPr lang="en-US" sz="1500" dirty="0"/>
          </a:p>
        </p:txBody>
      </p:sp>
      <p:sp>
        <p:nvSpPr>
          <p:cNvPr id="12" name="mixdog-spec:structure:lanes"/>
          <p:cNvSpPr/>
          <p:nvPr/>
        </p:nvSpPr>
        <p:spPr>
          <a:xfrm>
            <a:off x="658368" y="2914364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배차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011680" y="2914364"/>
            <a:ext cx="4402836" cy="640080"/>
          </a:xfrm>
          <a:prstGeom prst="roundRect">
            <a:avLst>
              <a:gd name="adj" fmla="val 22857"/>
            </a:avLst>
          </a:prstGeom>
          <a:solidFill>
            <a:srgbClr val="F7FAF9"/>
          </a:solidFill>
          <a:ln w="12700">
            <a:solidFill>
              <a:srgbClr val="B2BDBA"/>
            </a:solidFill>
            <a:prstDash val="solid"/>
          </a:ln>
        </p:spPr>
      </p:sp>
      <p:sp>
        <p:nvSpPr>
          <p:cNvPr id="14" name="mixdog-spec:structure:lanes"/>
          <p:cNvSpPr/>
          <p:nvPr/>
        </p:nvSpPr>
        <p:spPr>
          <a:xfrm>
            <a:off x="2121408" y="2914364"/>
            <a:ext cx="41833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 계산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25996" y="2914364"/>
            <a:ext cx="4814316" cy="640080"/>
          </a:xfrm>
          <a:prstGeom prst="roundRect">
            <a:avLst>
              <a:gd name="adj" fmla="val 22857"/>
            </a:avLst>
          </a:prstGeom>
          <a:solidFill>
            <a:srgbClr val="F7FAF9"/>
          </a:solidFill>
          <a:ln w="12700">
            <a:solidFill>
              <a:srgbClr val="B2BDBA"/>
            </a:solidFill>
            <a:prstDash val="solid"/>
          </a:ln>
        </p:spPr>
      </p:sp>
      <p:sp>
        <p:nvSpPr>
          <p:cNvPr id="16" name="mixdog-spec:structure:lanes"/>
          <p:cNvSpPr/>
          <p:nvPr/>
        </p:nvSpPr>
        <p:spPr>
          <a:xfrm>
            <a:off x="6935724" y="2914364"/>
            <a:ext cx="4594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배정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734627"/>
            <a:ext cx="11091672" cy="0"/>
          </a:xfrm>
          <a:prstGeom prst="line">
            <a:avLst/>
          </a:prstGeom>
          <a:noFill/>
          <a:ln w="9525">
            <a:solidFill>
              <a:srgbClr val="D8DE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734181"/>
            <a:ext cx="11091672" cy="999553"/>
          </a:xfrm>
          <a:prstGeom prst="rect">
            <a:avLst/>
          </a:prstGeom>
          <a:solidFill>
            <a:srgbClr val="E7EEEC"/>
          </a:solidFill>
          <a:ln w="12700">
            <a:solidFill>
              <a:srgbClr val="E7EEEC"/>
            </a:solidFill>
            <a:prstDash val="solid"/>
          </a:ln>
        </p:spPr>
      </p:sp>
      <p:sp>
        <p:nvSpPr>
          <p:cNvPr id="19" name="mixdog-spec:structure:lanes"/>
          <p:cNvSpPr/>
          <p:nvPr/>
        </p:nvSpPr>
        <p:spPr>
          <a:xfrm>
            <a:off x="658368" y="3913918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011680" y="3913918"/>
            <a:ext cx="2798064" cy="640080"/>
          </a:xfrm>
          <a:prstGeom prst="roundRect">
            <a:avLst>
              <a:gd name="adj" fmla="val 22857"/>
            </a:avLst>
          </a:prstGeom>
          <a:solidFill>
            <a:srgbClr val="F7FAF9"/>
          </a:solidFill>
          <a:ln w="12700">
            <a:solidFill>
              <a:srgbClr val="B2BDBA"/>
            </a:solidFill>
            <a:prstDash val="solid"/>
          </a:ln>
        </p:spPr>
      </p:sp>
      <p:sp>
        <p:nvSpPr>
          <p:cNvPr id="21" name="mixdog-spec:structure:lanes"/>
          <p:cNvSpPr/>
          <p:nvPr/>
        </p:nvSpPr>
        <p:spPr>
          <a:xfrm>
            <a:off x="2121408" y="3913918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상차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221224" y="3913918"/>
            <a:ext cx="2798064" cy="640080"/>
          </a:xfrm>
          <a:prstGeom prst="roundRect">
            <a:avLst>
              <a:gd name="adj" fmla="val 22857"/>
            </a:avLst>
          </a:prstGeom>
          <a:solidFill>
            <a:srgbClr val="F7FAF9"/>
          </a:solidFill>
          <a:ln w="12700">
            <a:solidFill>
              <a:srgbClr val="B2BDBA"/>
            </a:solidFill>
            <a:prstDash val="solid"/>
          </a:ln>
        </p:spPr>
      </p:sp>
      <p:sp>
        <p:nvSpPr>
          <p:cNvPr id="23" name="mixdog-spec:structure:lanes"/>
          <p:cNvSpPr/>
          <p:nvPr/>
        </p:nvSpPr>
        <p:spPr>
          <a:xfrm>
            <a:off x="5330952" y="3913918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430768" y="3913918"/>
            <a:ext cx="3209544" cy="640080"/>
          </a:xfrm>
          <a:prstGeom prst="roundRect">
            <a:avLst>
              <a:gd name="adj" fmla="val 22857"/>
            </a:avLst>
          </a:prstGeom>
          <a:solidFill>
            <a:srgbClr val="F7FAF9"/>
          </a:solidFill>
          <a:ln w="12700">
            <a:solidFill>
              <a:srgbClr val="B2BDBA"/>
            </a:solidFill>
            <a:prstDash val="solid"/>
          </a:ln>
        </p:spPr>
      </p:sp>
      <p:sp>
        <p:nvSpPr>
          <p:cNvPr id="25" name="mixdog-spec:structure:lanes"/>
          <p:cNvSpPr/>
          <p:nvPr/>
        </p:nvSpPr>
        <p:spPr>
          <a:xfrm>
            <a:off x="8540496" y="3913918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3734181"/>
            <a:ext cx="11091672" cy="0"/>
          </a:xfrm>
          <a:prstGeom prst="line">
            <a:avLst/>
          </a:prstGeom>
          <a:noFill/>
          <a:ln w="9525">
            <a:solidFill>
              <a:srgbClr val="D8DEDC"/>
            </a:solidFill>
            <a:prstDash val="solid"/>
          </a:ln>
        </p:spPr>
      </p:sp>
      <p:sp>
        <p:nvSpPr>
          <p:cNvPr id="27" name="mixdog-spec:structure:lanes"/>
          <p:cNvSpPr/>
          <p:nvPr/>
        </p:nvSpPr>
        <p:spPr>
          <a:xfrm>
            <a:off x="658368" y="4913471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정산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011680" y="4913471"/>
            <a:ext cx="4402836" cy="640080"/>
          </a:xfrm>
          <a:prstGeom prst="roundRect">
            <a:avLst>
              <a:gd name="adj" fmla="val 22857"/>
            </a:avLst>
          </a:prstGeom>
          <a:solidFill>
            <a:srgbClr val="F7FAF9"/>
          </a:solidFill>
          <a:ln w="12700">
            <a:solidFill>
              <a:srgbClr val="B2BDBA"/>
            </a:solidFill>
            <a:prstDash val="solid"/>
          </a:ln>
        </p:spPr>
      </p:sp>
      <p:sp>
        <p:nvSpPr>
          <p:cNvPr id="29" name="mixdog-spec:structure:lanes"/>
          <p:cNvSpPr/>
          <p:nvPr/>
        </p:nvSpPr>
        <p:spPr>
          <a:xfrm>
            <a:off x="2121408" y="4913471"/>
            <a:ext cx="41833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운임 계산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825996" y="4913471"/>
            <a:ext cx="4814316" cy="640080"/>
          </a:xfrm>
          <a:prstGeom prst="roundRect">
            <a:avLst>
              <a:gd name="adj" fmla="val 22857"/>
            </a:avLst>
          </a:prstGeom>
          <a:solidFill>
            <a:srgbClr val="F7FAF9"/>
          </a:solidFill>
          <a:ln w="12700">
            <a:solidFill>
              <a:srgbClr val="B2BDBA"/>
            </a:solidFill>
            <a:prstDash val="solid"/>
          </a:ln>
        </p:spPr>
      </p:sp>
      <p:sp>
        <p:nvSpPr>
          <p:cNvPr id="31" name="mixdog-spec:structure:lanes"/>
          <p:cNvSpPr/>
          <p:nvPr/>
        </p:nvSpPr>
        <p:spPr>
          <a:xfrm>
            <a:off x="6935724" y="4913471"/>
            <a:ext cx="45948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72B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지급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48640" y="4733735"/>
            <a:ext cx="11091672" cy="0"/>
          </a:xfrm>
          <a:prstGeom prst="line">
            <a:avLst/>
          </a:prstGeom>
          <a:noFill/>
          <a:ln w="9525">
            <a:solidFill>
              <a:srgbClr val="D8DE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36A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9월 프로세스 (예시)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36A6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2026-09-23T11:37:33Z</dcterms:created>
  <dcterms:modified xsi:type="dcterms:W3CDTF">2026-09-23T11:37:33Z</dcterms:modified>
</cp:coreProperties>
</file>