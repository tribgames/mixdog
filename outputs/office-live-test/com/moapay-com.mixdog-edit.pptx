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4438-4C25-8037-559A96E992A1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 상반기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438-4C25-8037-559A96E992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D6D9-4986-9AF8-03B299AE1283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D9-4986-9AF8-03B299AE12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  <c:extLst>
              <c:ext xmlns:c16="http://schemas.microsoft.com/office/drawing/2014/chart" uri="{C3380CC4-5D6E-409C-BE32-E72D297353CC}">
                <c16:uniqueId val="{00000001-5AB4-4F2B-9D4F-0B78062FF519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25.1Q</c:v>
                </c:pt>
                <c:pt idx="1">
                  <c:v>25.2Q</c:v>
                </c:pt>
                <c:pt idx="2">
                  <c:v>25.3Q</c:v>
                </c:pt>
                <c:pt idx="3">
                  <c:v>25.4Q</c:v>
                </c:pt>
                <c:pt idx="4">
                  <c:v>26.1Q</c:v>
                </c:pt>
                <c:pt idx="5">
                  <c:v>26.2Q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B4-4F2B-9D4F-0B78062FF5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9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kern="0" spc="400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b="1" kern="0" spc="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5074"/>
          <a:ext cx="6621719" cy="3998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</a:t>
            </a:r>
            <a:r>
              <a:rPr lang="en-US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r>
              <a:rPr lang="ko-KR" altLang="en-US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분기까지 </a:t>
            </a:r>
            <a:r>
              <a:rPr lang="en-US" altLang="ko-KR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19.8% </a:t>
            </a:r>
            <a:r>
              <a:rPr lang="ko-KR" altLang="en-US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증가했다</a:t>
            </a:r>
            <a:r>
              <a:rPr lang="en-US" altLang="ko-KR" sz="150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00216" y="2414016"/>
          <a:ext cx="5340096" cy="3319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결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con" descr="대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con" descr="투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con" descr="보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con" descr="신용관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송금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marL="0" indent="0" algn="ctr" hangingPunc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hangingPunct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con" descr="LTV / CA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con" descr="사용자 획득 비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" descr="회수 기간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con" descr="12개월 유지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48300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48300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66122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90496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90496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117408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4439" y="2556320"/>
            <a:ext cx="600075" cy="600075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94439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66122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51395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51395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117408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3591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193591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66122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hangingPunc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mixdog-device:orb" descr="sphe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와이드스크린</PresentationFormat>
  <Paragraphs>147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재영 박</cp:lastModifiedBy>
  <cp:revision>2</cp:revision>
  <dcterms:created xsi:type="dcterms:W3CDTF">2026-09-23T07:37:11Z</dcterms:created>
  <dcterms:modified xsi:type="dcterms:W3CDTF">2026-09-23T08:18:23Z</dcterms:modified>
</cp:coreProperties>
</file>