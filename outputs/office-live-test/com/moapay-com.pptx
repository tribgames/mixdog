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8300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8300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66122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90496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0496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117408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4439" y="2556320"/>
            <a:ext cx="600075" cy="600075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4439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66122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51395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1395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117408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3591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3591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66122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2026-09-23T07:37:11Z</dcterms:created>
  <dcterms:modified xsi:type="dcterms:W3CDTF">2026-09-23T07:37:11Z</dcterms:modified>
</cp:coreProperties>
</file>