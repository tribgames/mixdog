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7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Q3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3분기 가입자 2,000만 명 돌파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 출시 한 달 만에 월 거래자가 2,000만 명을 넘었다.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2,010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(만 명)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41.5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거래액 (조 원)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4,610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3분기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분기, 해외 송금을 연다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12월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2026-09-23T09:07:39Z</dcterms:created>
  <dcterms:modified xsi:type="dcterms:W3CDTF">2026-09-23T09:07:39Z</dcterms:modified>
</cp:coreProperties>
</file>