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22" Type="http://schemas.openxmlformats.org/officeDocument/2006/relationships/viewProps" Target="viewProps.xml"/><Relationship Id="rId25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Cycle time · seconds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25.57</c:v>
                </c:pt>
                <c:pt idx="1">
                  <c:v>19.04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mc:AlternateContent xmlns:mc="http://schemas.openxmlformats.org/markup-compatibility/2006">
                    <mc:Choice xmlns:c16ac="http://schemas.microsoft.com/office/drawing/2014/chart/ac" Requires="c16ac">
                      <c16ac:multiLvlStrLit>
                        <c:ptCount val="0"/>
                      </c16ac:multiLvlStrLit>
                    </mc:Choice>
                    <mc:Fallback>
                      <c:strLit/>
                    </mc:Fallback>
                  </mc:AlternateContent>
                </c15:cat>
              </c15:filteredCategoryTitle>
            </c:ext>
            <c:ext xmlns:c16="http://schemas.microsoft.com/office/drawing/2014/chart" uri="{C3380CC4-5D6E-409C-BE32-E72D297353CC}">
              <c16:uniqueId val="{00000003-AAC8-468F-8DE7-E89C0DAC6E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06584400"/>
        <c:axId val="2147054448"/>
      </c:barChart>
      <c:catAx>
        <c:axId val="2106584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47054448"/>
        <c:crosses val="autoZero"/>
        <c:auto val="1"/>
        <c:lblAlgn val="ctr"/>
        <c:lblOffset val="100"/>
        <c:noMultiLvlLbl val="0"/>
      </c:catAx>
      <c:valAx>
        <c:axId val="2147054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0658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Workstream time · seconds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Frame</c:v>
                </c:pt>
                <c:pt idx="1">
                  <c:v>Compose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</c:v>
                </c:pt>
                <c:pt idx="1">
                  <c:v>10.4</c:v>
                </c:pt>
                <c:pt idx="2">
                  <c:v>5.1</c:v>
                </c:pt>
                <c:pt idx="3">
                  <c:v>2.87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3-6288-4922-B3B1-26BACE84ED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Frame</c:v>
                </c:pt>
                <c:pt idx="1">
                  <c:v>Compose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</c:v>
                </c:pt>
                <c:pt idx="1">
                  <c:v>7.8</c:v>
                </c:pt>
                <c:pt idx="2">
                  <c:v>3.9</c:v>
                </c:pt>
                <c:pt idx="3">
                  <c:v>1.94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4-6288-4922-B3B1-26BACE84E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51696"/>
        <c:axId val="879952463"/>
      </c:lineChart>
      <c:catAx>
        <c:axId val="4351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79952463"/>
        <c:crosses val="autoZero"/>
        <c:auto val="1"/>
        <c:lblAlgn val="ctr"/>
        <c:lblOffset val="100"/>
        <c:noMultiLvlLbl val="0"/>
      </c:catAx>
      <c:valAx>
        <c:axId val="879952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1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2251E-1F81-4336-8E01-AC3D30384EFA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F51DC-1C0B-453A-B44C-AC78C510F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58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54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9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967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141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869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86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193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795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48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466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54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630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50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327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504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795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528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3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36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933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6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8921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071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45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195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924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87633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1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68D29-240F-5D45-ECFF-8812ECC14C25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야간 출고 전환은 네 단계로, 허브별 파일럿을 거쳐 전국으로 확대한다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7ECDC-7C3D-6F3E-4276-A3BCB822FBE8}"/>
              </a:ext>
            </a:extLst>
          </p:cNvPr>
          <p:cNvSpPr txBox="1"/>
          <p:nvPr/>
        </p:nvSpPr>
        <p:spPr>
          <a:xfrm>
            <a:off x="787400" y="22352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진단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176DF-8C0B-7F7D-348A-5223FC532BF1}"/>
              </a:ext>
            </a:extLst>
          </p:cNvPr>
          <p:cNvSpPr txBox="1"/>
          <p:nvPr/>
        </p:nvSpPr>
        <p:spPr>
          <a:xfrm>
            <a:off x="787400" y="29718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허브별 출고 대기와 반품 기간을 4주 측정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B93F88-7FE1-B52E-B46B-9CEFFDC9C0F9}"/>
              </a:ext>
            </a:extLst>
          </p:cNvPr>
          <p:cNvSpPr/>
          <p:nvPr/>
        </p:nvSpPr>
        <p:spPr>
          <a:xfrm>
            <a:off x="787400" y="4394200"/>
            <a:ext cx="2159000" cy="1778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FE0A3-9DD1-C5B0-5C76-2E0F5DB41EC6}"/>
              </a:ext>
            </a:extLst>
          </p:cNvPr>
          <p:cNvSpPr txBox="1"/>
          <p:nvPr/>
        </p:nvSpPr>
        <p:spPr>
          <a:xfrm>
            <a:off x="3429000" y="27178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파일럿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9206B-C42E-1F28-6EE4-65313D576E62}"/>
              </a:ext>
            </a:extLst>
          </p:cNvPr>
          <p:cNvSpPr txBox="1"/>
          <p:nvPr/>
        </p:nvSpPr>
        <p:spPr>
          <a:xfrm>
            <a:off x="3429000" y="34544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평택에서 6주 시범 운영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780DE7-135A-17B8-825A-29902C4E2DCA}"/>
              </a:ext>
            </a:extLst>
          </p:cNvPr>
          <p:cNvSpPr/>
          <p:nvPr/>
        </p:nvSpPr>
        <p:spPr>
          <a:xfrm>
            <a:off x="3429000" y="4876800"/>
            <a:ext cx="2159000" cy="177800"/>
          </a:xfrm>
          <a:prstGeom prst="rect">
            <a:avLst/>
          </a:prstGeom>
          <a:solidFill>
            <a:srgbClr val="254E70"/>
          </a:solidFill>
          <a:ln>
            <a:solidFill>
              <a:srgbClr val="254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FDE2D-ADD2-3D67-6B10-A83E72CF0278}"/>
              </a:ext>
            </a:extLst>
          </p:cNvPr>
          <p:cNvSpPr txBox="1"/>
          <p:nvPr/>
        </p:nvSpPr>
        <p:spPr>
          <a:xfrm>
            <a:off x="6070600" y="32004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확대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9E46B-921F-5766-54B0-D76B5C02B1A9}"/>
              </a:ext>
            </a:extLst>
          </p:cNvPr>
          <p:cNvSpPr txBox="1"/>
          <p:nvPr/>
        </p:nvSpPr>
        <p:spPr>
          <a:xfrm>
            <a:off x="6070600" y="39370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대전·인천에 반품 라인과 함께 적용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28ECBA-1DEA-27E9-5745-46CDCD3040BE}"/>
              </a:ext>
            </a:extLst>
          </p:cNvPr>
          <p:cNvSpPr/>
          <p:nvPr/>
        </p:nvSpPr>
        <p:spPr>
          <a:xfrm>
            <a:off x="6070600" y="5359400"/>
            <a:ext cx="2159000" cy="177800"/>
          </a:xfrm>
          <a:prstGeom prst="rect">
            <a:avLst/>
          </a:prstGeom>
          <a:solidFill>
            <a:srgbClr val="6B7D6A"/>
          </a:solidFill>
          <a:ln>
            <a:solidFill>
              <a:srgbClr val="6B7D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DDE64F-3FE6-5156-57B7-F1BF660B3C83}"/>
              </a:ext>
            </a:extLst>
          </p:cNvPr>
          <p:cNvSpPr txBox="1"/>
          <p:nvPr/>
        </p:nvSpPr>
        <p:spPr>
          <a:xfrm>
            <a:off x="8712200" y="36830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정착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726ED-3EF2-A748-0604-62FBBC6BCC14}"/>
              </a:ext>
            </a:extLst>
          </p:cNvPr>
          <p:cNvSpPr txBox="1"/>
          <p:nvPr/>
        </p:nvSpPr>
        <p:spPr>
          <a:xfrm>
            <a:off x="8712200" y="44196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운영 기준 문서화, 분기 점검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36D226-7DA1-B022-39D1-FF8B8DE032D4}"/>
              </a:ext>
            </a:extLst>
          </p:cNvPr>
          <p:cNvSpPr/>
          <p:nvPr/>
        </p:nvSpPr>
        <p:spPr>
          <a:xfrm>
            <a:off x="8712200" y="5842000"/>
            <a:ext cx="2159000" cy="1778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40306"/>
      </p:ext>
    </p:extLst>
  </p:cSld>
  <p:clrMapOvr>
    <a:masterClrMapping/>
  </p:clrMapOvr>
</p:sld>
</file>

<file path=ppt/theme/theme1.xml><?xml version="1.0" encoding="utf-8"?>
<a:theme xmlns:a="http://schemas.openxmlformats.org/drawingml/2006/main" name="사설적">
  <a:themeElements>
    <a:clrScheme name="사설적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0</TotalTime>
  <Words>884</Words>
  <Application>Microsoft Office PowerPoint</Application>
  <PresentationFormat>와이드스크린</PresentationFormat>
  <Paragraphs>160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맑은 고딕</vt:lpstr>
      <vt:lpstr>Aptos</vt:lpstr>
      <vt:lpstr>Arial</vt:lpstr>
      <vt:lpstr>Georgia</vt:lpstr>
      <vt:lpstr>Haettenschweiler</vt:lpstr>
      <vt:lpstr>Trade Gothic Next Light</vt:lpstr>
      <vt:lpstr>사설적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재영 박</dc:creator>
  <cp:lastModifiedBy>재영 박</cp:lastModifiedBy>
  <cp:revision>6</cp:revision>
  <dcterms:created xsi:type="dcterms:W3CDTF">2026-08-28T15:13:24Z</dcterms:created>
  <dcterms:modified xsi:type="dcterms:W3CDTF">2026-08-28T15:14:39Z</dcterms:modified>
</cp:coreProperties>
</file>