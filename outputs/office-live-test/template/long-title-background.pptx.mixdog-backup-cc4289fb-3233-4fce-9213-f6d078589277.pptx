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AE457-8DF8-570C-28EA-11F444674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1E434-40B4-07C0-C94D-71B108E04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1F7F-C47A-0076-3070-6D9F15B0D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4F570D-CB8A-7146-3AFA-59A09172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8904C-D37C-F551-42E3-CE014B55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83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90484-4A2B-AD14-0E6A-BFB44381D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89AE53-AA1E-5002-6ABC-8AA193FC1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9D6A0D-99E7-092A-0D02-568B7117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2FA41-4F6B-598D-7E5D-0103F805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5B809-6573-C0E1-1612-983CD8C2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50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17A9F-3257-5542-3391-526C6D874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BF32D2-3BD5-280A-6D14-7C0DD81DE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1961EB-0CE0-DE34-BEA4-05C30BBA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BF94A-92F9-44A4-A5ED-73F3B29E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88CB50-2358-D0EC-580A-11F048D4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127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135DF-63D1-FA87-BB16-EA8C9A3C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B6177-5C74-C105-D2DF-BC47F1A2C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31C398-F092-A4FB-A5F3-320407C2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B2C9BF-6137-3C73-C7C1-D060AB450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380D88-C6F7-31CE-A2B2-7E66AD43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635D55-99B7-BD21-2DE2-1F15E8CB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79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1BBE4-CE1D-6C58-39EE-FC3BB830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31696B-C2CC-D1C7-FE11-5C8748DE3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F0B1D2-EA7F-23CB-7CE0-F90CCAB35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1DAA99-F4C0-7AAC-7CAC-A7BD478DA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540FBA-2B2B-6160-83F0-AEB3E74B4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07A0ED-3842-4250-7CEB-D2746CB6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922D68-D2E2-53CD-2BC6-69522177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B1DBD7-9A74-6A04-E639-AE7ED65A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3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2901C-9199-3179-AA50-A286DA97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DD3D139-E25F-E516-E617-25EF6B48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B9F1E1-A7A9-62F8-9519-60091594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43827-42C3-0FBE-D893-8AAE2F63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33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7BD0CA-2493-88DB-7FE5-4059AD77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8DC117-03F2-283F-9C48-5939CD6C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799B05-9804-AE78-116D-6748D44D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95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27A9AC-5EC0-D202-68BB-69326AB4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D5FFF-FEB2-9A4D-4384-7D8A4F1A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66D632-1EC2-D071-2BF5-7AF1A8726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D83950-77E0-A8C9-CEEF-EBAE9F943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DEFE43-A6FF-03D5-8EB1-DCB8C5F0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7569BF-1906-D2B3-28EE-48D3DD5D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26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3E37F-31A0-2E95-B269-AEEA9E20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05B5FA-7B7A-6962-48BB-B114E378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7081CA-66D5-8EC9-BBCC-3073497F2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49004-69A0-5BDD-D5D7-DD9697BF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B7BAAD-AAD8-6E64-49CD-3993349F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AD510F-E1AD-B04A-803C-30CDF4F1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53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3D005-780A-1832-0B06-F7456B27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F19BCE-71BD-2AD0-4AB1-69757D4F6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F96E50-DFE2-91B6-F04A-D44357DA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C0A2A-20E2-47F1-22D5-33DEE7A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385EC-724A-873E-8181-3C19DEFB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64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BF48BD-DBAE-5F29-408D-1E115432B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008084-0224-8C04-54B3-8F4C7F338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7D5E1-7A24-9CDC-D7C7-FB9B6056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E6E1D-7080-14BC-B99E-0E098034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7E6CB4-D4BA-B047-9BE5-097B8BE6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73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2C02E0-BE7D-7719-EF8C-5782A17F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28BEFE-D4A7-2AE3-2050-4F38AAB3B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33AED-E54A-D653-ED2F-85903C7B3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CE5B39-97C2-4CCD-8F33-1636DDD10DDB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6D976-A5C1-14C1-B36E-6DDB3D071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E72BE3-6618-CFA1-E99C-99F2F10C7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E4004-D584-465C-B120-17F3363567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1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3" baseType="lpstr">
      <vt:lpstr>맑은 고딕</vt:lpstr>
      <vt:lpstr>Arial</vt:lpstr>
      <vt:lpstr>Office 테마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</dc:creator>
  <cp:lastModifiedBy>Bob</cp:lastModifiedBy>
  <cp:revision>1</cp:revision>
  <dcterms:created xsi:type="dcterms:W3CDTF">2026-09-23T11:31:28Z</dcterms:created>
  <dcterms:modified xsi:type="dcterms:W3CDTF">2026-09-23T11:31:29Z</dcterms:modified>
</cp:coreProperties>
</file>